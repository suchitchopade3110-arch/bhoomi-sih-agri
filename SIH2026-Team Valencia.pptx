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doi.org/10.1016/j.compag.2018.07.014?utm_source=chatgpt.com" TargetMode="External"/><Relationship Id="rId4" Type="http://schemas.openxmlformats.org/officeDocument/2006/relationships/hyperlink" Target="https://doi.org/10.3389/fpls.2016.01419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9085" y="22547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30561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694" y="814897"/>
            <a:ext cx="6871011" cy="5922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SIH26131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2300" b="1">
                <a:latin typeface="Arial" panose="020B0604020202020204" pitchFamily="34" charset="0"/>
                <a:cs typeface="Arial" panose="020B0604020202020204" pitchFamily="34" charset="0"/>
              </a:rPr>
              <a:t>Statement Title-</a:t>
            </a:r>
            <a:r>
              <a:rPr lang="en-US" sz="2300">
                <a:latin typeface="Arial" panose="020B0604020202020204" pitchFamily="34" charset="0"/>
                <a:cs typeface="Arial" panose="020B0604020202020204" pitchFamily="34" charset="0"/>
              </a:rPr>
              <a:t>Detection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and Management of Crop Diseases and Pest Infestations.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Agriculture, Food Tech and Rural Development.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Team Valencia</a:t>
            </a:r>
            <a:endParaRPr lang="en-IN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0C887-2A25-72FD-26AB-0B95A56EA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292" y="40436"/>
            <a:ext cx="1619869" cy="1337802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51510" y="241284"/>
            <a:ext cx="7708490" cy="1590135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BHOOMI </a:t>
            </a: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 voice-first, multimodal AI companion for continuous crop health monitoring</a:t>
            </a:r>
            <a:br>
              <a:rPr lang="en-IN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1" y="1484667"/>
            <a:ext cx="11959142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40B4F6-2EA5-9EB5-FC2B-3174F360F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00" y="40436"/>
            <a:ext cx="1211991" cy="12119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FD9E7A-14FE-24E6-B4D7-B491F4212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98" y="2071203"/>
            <a:ext cx="10851094" cy="4147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F2F4B0-AECC-23E4-C045-74F6CFA9E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695" y="939142"/>
            <a:ext cx="5220929" cy="52209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9850CD-138D-2F08-EC17-68F490A46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00" y="40436"/>
            <a:ext cx="1211991" cy="12119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5486A2-F6AA-717D-EA79-09B9D43BB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40" y="1172440"/>
            <a:ext cx="5969577" cy="5045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733A8-3A02-7AE3-ACA1-6DED1E1C8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00" y="40436"/>
            <a:ext cx="1211991" cy="12119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8ED75-6821-2F25-2DD0-7743E02F5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449" y="972943"/>
            <a:ext cx="7785100" cy="519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3F43AF-CA6D-6FCD-A891-D149C7153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00" y="40436"/>
            <a:ext cx="1211991" cy="12119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E92DC-3BC9-35E4-9FA2-036499190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449" y="1095375"/>
            <a:ext cx="7785100" cy="519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C988EA-7056-7479-69DD-7B417A22A836}"/>
              </a:ext>
            </a:extLst>
          </p:cNvPr>
          <p:cNvSpPr/>
          <p:nvPr/>
        </p:nvSpPr>
        <p:spPr>
          <a:xfrm>
            <a:off x="940674" y="1395245"/>
            <a:ext cx="4783392" cy="4356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1. Using Deep Learning for Image-Based Plant Disease Detection</a:t>
            </a:r>
            <a:br>
              <a:rPr lang="en-IN" sz="2000" dirty="0"/>
            </a:br>
            <a:r>
              <a:rPr lang="en-IN" sz="2000" i="1" dirty="0"/>
              <a:t>Mohanty, S. P., Hughes, D. P., &amp; Salathé, M. (2016)</a:t>
            </a:r>
          </a:p>
          <a:p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CNN-based plant disease detection using </a:t>
            </a:r>
            <a:r>
              <a:rPr lang="en-IN" sz="2000" b="1" dirty="0"/>
              <a:t>54,306 images across 14 crops and 26 diseases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Demonstrates the feasibility of smartphone-assisted crop disease diagnosis.</a:t>
            </a:r>
            <a:br>
              <a:rPr lang="en-IN" sz="2000" dirty="0"/>
            </a:br>
            <a:r>
              <a:rPr lang="en-IN" sz="2000" dirty="0">
                <a:hlinkClick r:id="rId4"/>
              </a:rPr>
              <a:t>Research Paper — Frontiers in Plant Science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34898-FFB5-5395-D2E8-861F12AD2181}"/>
              </a:ext>
            </a:extLst>
          </p:cNvPr>
          <p:cNvSpPr/>
          <p:nvPr/>
        </p:nvSpPr>
        <p:spPr>
          <a:xfrm>
            <a:off x="6381135" y="1395244"/>
            <a:ext cx="4783393" cy="4356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2. Multi-level Learning Features for Automatic Classification of Field Crop Pests</a:t>
            </a:r>
            <a:br>
              <a:rPr lang="en-IN" sz="2000" dirty="0"/>
            </a:br>
            <a:r>
              <a:rPr lang="en-IN" sz="2000" i="1" dirty="0"/>
              <a:t>Xie, C., Wang, R., Zhang, J., et al. (2018)</a:t>
            </a:r>
          </a:p>
          <a:p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multi-level learning features for </a:t>
            </a:r>
            <a:r>
              <a:rPr lang="en-IN" sz="2000" b="1" dirty="0"/>
              <a:t>automatic field-crop pest classification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Directly supports BHOOMI's pest-detection component.</a:t>
            </a:r>
            <a:br>
              <a:rPr lang="en-IN" sz="2000" dirty="0"/>
            </a:br>
            <a:r>
              <a:rPr lang="en-IN" sz="2000" dirty="0">
                <a:hlinkClick r:id="rId5"/>
              </a:rPr>
              <a:t>Research Paper — Computers and Electronics in Agriculture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69834-6AF0-3F9D-B248-BE564722E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200" y="40436"/>
            <a:ext cx="1211991" cy="12119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7730</TotalTime>
  <Words>216</Words>
  <Application>Microsoft Office PowerPoint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BHOOMI  A voice-first, multimodal AI companion for continuous crop health monitoring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Shruthi S</cp:lastModifiedBy>
  <cp:revision>154</cp:revision>
  <dcterms:created xsi:type="dcterms:W3CDTF">2013-12-12T18:46:50Z</dcterms:created>
  <dcterms:modified xsi:type="dcterms:W3CDTF">2026-08-25T09:53:31Z</dcterms:modified>
  <cp:category/>
</cp:coreProperties>
</file>